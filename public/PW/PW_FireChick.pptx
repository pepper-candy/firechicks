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9" autoAdjust="0"/>
    <p:restoredTop sz="94660"/>
  </p:normalViewPr>
  <p:slideViewPr>
    <p:cSldViewPr snapToGrid="0">
      <p:cViewPr varScale="1">
        <p:scale>
          <a:sx n="88" d="100"/>
          <a:sy n="88" d="100"/>
        </p:scale>
        <p:origin x="91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E2C5-C85B-A42B-D097-8EAD85D12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E9085-3F6C-F833-FDDD-0235E45F0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2A4A-0FF6-6739-023B-C1D7E435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5A821-3375-38C9-9755-9D8CD385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0243-FBEE-ED18-514D-E03D6D37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9975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7503-4C9B-A241-68D6-55AC01D2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5F7A-8F4E-41B6-AEBF-08E78212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52F46-DE94-5590-FC4A-EB026FFA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21575-93B0-8E0D-E0A6-0AEC19FE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B33EA-C870-5B2D-4A06-3077D94D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5669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41B5-4254-EFB9-E96B-886B22D1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0423D-B193-ACBA-42ED-D0E2FE8D4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91DE-0903-F610-58FB-A58261AA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C4142-F7F3-4F6A-FD58-4E00825B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8BD6E-C67B-1472-06E7-D4660BD3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5816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3102-5D91-690C-8A9B-071F5138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9B2D-13F6-312C-2876-3A90DE1E4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1E7EE-7349-A955-785B-38F4A793F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5DA3C-3001-94A2-143E-AD122E3B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A26A4-109E-92DC-51D5-2FE7026C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ECF1E-9209-616B-45EF-2D038827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2883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0762-7182-19B7-88A1-8C3C2BD6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3656B-5963-FEDE-07C2-891840C83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5312E-9522-99D4-7D02-9A5813C40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73340-74BB-8122-70EF-F4D2BD768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051B5-075D-69DB-DB39-302F83AB4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8E09F7-121A-8B2D-509B-7CECF85E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1BCE79-233A-AA4A-2F02-B8253A67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BB732-FBCD-6158-2E94-FCA08D18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379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A2D3-B1B4-B19A-8D0A-3879EB4F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5926E-4184-D1A4-F1DD-FB3A2C4C8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E5CE4-5D88-520C-216F-9C7DF502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D4DF9-3FE1-31FA-1605-7F2E3474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6185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CA842-22F7-9B52-3A1C-661D9FA4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D9C22-A431-AF3C-352E-B44C355F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E9B37-0C22-6EA7-89BC-98682A76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095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8414-01C7-2621-134E-0C5A440E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1778-DD2B-FE3F-10F3-DB4E4BB1F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EFBEF-4408-2D6F-C038-53C9474C2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BAB06-52EB-4037-005C-3BB5DB7F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DD610-D370-190C-91FE-CCAD47C0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8A562-CBEB-FC81-6C81-A818C7CE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662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69E3-9B0C-9290-9FD6-CD60C5BE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01DD7-D4B9-FF90-3B85-C2D991EDC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58A2B-7F4E-0A5B-1D08-BD1818CC8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FED33-B9F0-BC0E-1740-C2EF654E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75F4B-B20B-850E-6488-317420EE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E4BF8-3A1D-94C1-9040-CAB53A9D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0636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BAF3-A487-74C1-0F4B-0A1B9117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EC68D-58CE-7B7F-E15A-13903B63B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9477-DACE-F92F-D9F9-4963A77B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86AD3-3020-CE16-8DA4-C82F1C24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6C0C8-E61A-AEB7-60BE-0070A9D8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6650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08D3C-27FE-D6F6-E6DB-725E7A055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0326D-F493-47F8-3CE3-A796CE110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07DDD-9FE6-7754-4427-28E505C4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2B35F-F894-7FD0-FBF7-5CFFD0B7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8315F-2BA7-7BAE-2E4C-B98AE1B3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2715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096ED-C6CB-76BA-9AE5-01E626CC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0FBDD-1141-03CE-7A94-1EFF69BF0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D2CE7-6F07-E217-8C97-BF785D851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A003F-144C-48CC-AE3F-1560648B3C88}" type="datetimeFigureOut">
              <a:rPr lang="en-HK" smtClean="0"/>
              <a:t>18/3/2026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B85A6-71C9-03B8-202B-B26CAAB73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64EA5-5824-5F33-310D-07E73703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305E8-7380-4D6C-9DBF-2E1008A0925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767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F3C9F-33C9-5411-BA53-9843370A1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623B4-8577-68E3-6DFF-FA5C62736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6" y="1252536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8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B6B027-53AF-57BE-F8AE-CFF6A3EB2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9552E-8446-8987-50E5-D4CF06BA2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6" y="1252536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2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70944-DA5B-7455-912A-05C94602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6313E8-D9D7-0791-2D25-A48D59A95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C68E60-B2BF-C623-D28B-FCAEA82CB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6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9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AD900-A9AF-BB92-EAC2-E8271EC0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E7D01B-D4D2-53C0-15EE-D0F214449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901B00-E0CC-CBFF-9741-BEC35F5D5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5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628F-E1DB-DE57-24AE-0C33115A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C8B71-7F57-9226-D9AF-C95312CCD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FAE859-7369-0B1D-8266-451D1C10E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6" y="1252536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6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4242-AD56-D989-DEA2-64725C75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C78C8-72C7-03BC-CC5E-54C45ED16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2EAF6-DA07-0CC1-D4CF-FA685E8D8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6" y="1252536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C7AD-5A66-64C6-5C5E-07052110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1FD2A-8ACF-C329-40D6-401A5F410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F9AE69-E3D9-B6CD-36CE-76FF5B381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9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364A-E6EF-B582-04B2-78D53773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7572BD-704B-F7CE-F174-1D14E27EA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CFF14-A62E-77B4-3A3B-4A08E00E5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337" y="1252537"/>
            <a:ext cx="83153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5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MONG Ka Lok</dc:creator>
  <cp:lastModifiedBy>MONG Ka Lok</cp:lastModifiedBy>
  <cp:revision>1</cp:revision>
  <dcterms:created xsi:type="dcterms:W3CDTF">2026-03-18T06:50:06Z</dcterms:created>
  <dcterms:modified xsi:type="dcterms:W3CDTF">2026-03-18T07:50:14Z</dcterms:modified>
</cp:coreProperties>
</file>